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7" d="100"/>
          <a:sy n="97" d="100"/>
        </p:scale>
        <p:origin x="10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E61E9EDC-3B8A-4E12-8CE8-0F55ADCD5FB5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15F186A-5A05-4941-8050-09C87BE1A16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90010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9EDC-3B8A-4E12-8CE8-0F55ADCD5FB5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F186A-5A05-4941-8050-09C87BE1A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307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9EDC-3B8A-4E12-8CE8-0F55ADCD5FB5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F186A-5A05-4941-8050-09C87BE1A16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82119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9EDC-3B8A-4E12-8CE8-0F55ADCD5FB5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F186A-5A05-4941-8050-09C87BE1A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81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9EDC-3B8A-4E12-8CE8-0F55ADCD5FB5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F186A-5A05-4941-8050-09C87BE1A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30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9EDC-3B8A-4E12-8CE8-0F55ADCD5FB5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F186A-5A05-4941-8050-09C87BE1A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213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9EDC-3B8A-4E12-8CE8-0F55ADCD5FB5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F186A-5A05-4941-8050-09C87BE1A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292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9EDC-3B8A-4E12-8CE8-0F55ADCD5FB5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F186A-5A05-4941-8050-09C87BE1A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8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9EDC-3B8A-4E12-8CE8-0F55ADCD5FB5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F186A-5A05-4941-8050-09C87BE1A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862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9EDC-3B8A-4E12-8CE8-0F55ADCD5FB5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F186A-5A05-4941-8050-09C87BE1A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53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E9EDC-3B8A-4E12-8CE8-0F55ADCD5FB5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F186A-5A05-4941-8050-09C87BE1A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667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E61E9EDC-3B8A-4E12-8CE8-0F55ADCD5FB5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15F186A-5A05-4941-8050-09C87BE1A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266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C093C-54C5-AAE6-CF4E-A87E6B4E53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3016634"/>
          </a:xfrm>
        </p:spPr>
        <p:txBody>
          <a:bodyPr>
            <a:noAutofit/>
          </a:bodyPr>
          <a:lstStyle/>
          <a:p>
            <a:r>
              <a:rPr lang="en-US" sz="4800" dirty="0"/>
              <a:t>Project Name:</a:t>
            </a:r>
            <a:br>
              <a:rPr lang="en-US" sz="4800" dirty="0"/>
            </a:br>
            <a:br>
              <a:rPr lang="en-US" sz="4800" dirty="0"/>
            </a:br>
            <a:r>
              <a:rPr lang="en-US" sz="4800" b="1" i="0" dirty="0">
                <a:solidFill>
                  <a:srgbClr val="00E5FF"/>
                </a:solidFill>
                <a:effectLst/>
                <a:latin typeface="Trebuchet MS" panose="020B0603020202020204" pitchFamily="34" charset="0"/>
              </a:rPr>
              <a:t>IMAGE CLASSIFICATION &amp; ANALYSIS DASHBOARD </a:t>
            </a:r>
            <a:br>
              <a:rPr lang="en-US" sz="4800" b="1" i="0" dirty="0">
                <a:solidFill>
                  <a:srgbClr val="00E5FF"/>
                </a:solidFill>
                <a:effectLst/>
                <a:latin typeface="Trebuchet MS" panose="020B0603020202020204" pitchFamily="34" charset="0"/>
              </a:rPr>
            </a:b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E49536-9AD6-E0A3-14DA-DD2CF4CD61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18324" y="2989006"/>
            <a:ext cx="3667432" cy="2762865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92D050"/>
                </a:solidFill>
              </a:rPr>
              <a:t>Buildings</a:t>
            </a:r>
          </a:p>
          <a:p>
            <a:r>
              <a:rPr lang="en-US" sz="2800" b="1" dirty="0">
                <a:solidFill>
                  <a:srgbClr val="92D050"/>
                </a:solidFill>
              </a:rPr>
              <a:t>Forest</a:t>
            </a:r>
          </a:p>
          <a:p>
            <a:r>
              <a:rPr lang="en-US" sz="2800" b="1" dirty="0">
                <a:solidFill>
                  <a:srgbClr val="92D050"/>
                </a:solidFill>
              </a:rPr>
              <a:t>Glacier</a:t>
            </a:r>
          </a:p>
          <a:p>
            <a:r>
              <a:rPr lang="en-US" sz="2800" b="1" dirty="0">
                <a:solidFill>
                  <a:srgbClr val="92D050"/>
                </a:solidFill>
              </a:rPr>
              <a:t>Mountain</a:t>
            </a:r>
          </a:p>
          <a:p>
            <a:r>
              <a:rPr lang="en-US" sz="2800" b="1" dirty="0">
                <a:solidFill>
                  <a:srgbClr val="92D050"/>
                </a:solidFill>
              </a:rPr>
              <a:t>Sea</a:t>
            </a:r>
          </a:p>
          <a:p>
            <a:r>
              <a:rPr lang="en-US" sz="2800" b="1" dirty="0">
                <a:solidFill>
                  <a:srgbClr val="92D050"/>
                </a:solidFill>
              </a:rPr>
              <a:t>Street</a:t>
            </a:r>
          </a:p>
          <a:p>
            <a:endParaRPr lang="en-US" sz="2800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0861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6A7924E-D69C-198A-8B8D-FD42910D98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61872" y="536098"/>
            <a:ext cx="4666980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Dataset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06D66B5-901E-9C6E-3308-A931D5B01D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61872" y="1742311"/>
            <a:ext cx="688907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Intel Image Classification Dataset</a:t>
            </a:r>
            <a:b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b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6 Classes</a:t>
            </a:r>
            <a:b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b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25,000 Images</a:t>
            </a:r>
            <a:b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b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150x150 Resolution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0785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CA1E8-2D27-09BB-BE2F-7474AB7A6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045" y="365760"/>
            <a:ext cx="9843467" cy="94193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Problem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Statement: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B1748-FE12-13F8-DA67-FCA314E08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936955"/>
            <a:ext cx="8595360" cy="4243182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Manual identification of environmental scenes is time-consuming.</a:t>
            </a:r>
          </a:p>
          <a:p>
            <a:r>
              <a:rPr lang="en-US" b="1" dirty="0">
                <a:solidFill>
                  <a:srgbClr val="FF0000"/>
                </a:solidFill>
              </a:rPr>
              <a:t>Goal</a:t>
            </a:r>
            <a:r>
              <a:rPr lang="en-US" b="1" dirty="0"/>
              <a:t>:</a:t>
            </a:r>
          </a:p>
          <a:p>
            <a:r>
              <a:rPr lang="en-US" b="1" dirty="0"/>
              <a:t>Build a CNN model capable of automatically</a:t>
            </a:r>
          </a:p>
          <a:p>
            <a:r>
              <a:rPr lang="en-US" b="1" dirty="0"/>
              <a:t>classifying images into:</a:t>
            </a:r>
          </a:p>
          <a:p>
            <a:r>
              <a:rPr lang="en-US" b="1" u="sng" dirty="0"/>
              <a:t>Buildings</a:t>
            </a:r>
          </a:p>
          <a:p>
            <a:r>
              <a:rPr lang="en-US" b="1" u="sng" dirty="0"/>
              <a:t>Forest</a:t>
            </a:r>
          </a:p>
          <a:p>
            <a:r>
              <a:rPr lang="en-US" b="1" u="sng" dirty="0"/>
              <a:t>Glacier</a:t>
            </a:r>
          </a:p>
          <a:p>
            <a:r>
              <a:rPr lang="en-US" b="1" u="sng" dirty="0"/>
              <a:t>Mountain</a:t>
            </a:r>
          </a:p>
          <a:p>
            <a:r>
              <a:rPr lang="en-US" b="1" u="sng" dirty="0"/>
              <a:t>Sea</a:t>
            </a:r>
          </a:p>
          <a:p>
            <a:r>
              <a:rPr lang="en-US" b="1" u="sng" dirty="0"/>
              <a:t>Street</a:t>
            </a:r>
          </a:p>
        </p:txBody>
      </p:sp>
    </p:spTree>
    <p:extLst>
      <p:ext uri="{BB962C8B-B14F-4D97-AF65-F5344CB8AC3E}">
        <p14:creationId xmlns:p14="http://schemas.microsoft.com/office/powerpoint/2010/main" val="3443542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306AE-F499-5BFD-318F-12804421A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882937"/>
          </a:xfrm>
        </p:spPr>
        <p:txBody>
          <a:bodyPr/>
          <a:lstStyle/>
          <a:p>
            <a:r>
              <a:rPr lang="en-US" sz="4000" b="1" dirty="0">
                <a:solidFill>
                  <a:srgbClr val="FF0000"/>
                </a:solidFill>
              </a:rPr>
              <a:t>Architecture</a:t>
            </a:r>
            <a:r>
              <a:rPr lang="en-US" b="1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4C91B-D303-88DB-E878-813A18E73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789472"/>
            <a:ext cx="8595360" cy="3283974"/>
          </a:xfrm>
        </p:spPr>
        <p:txBody>
          <a:bodyPr>
            <a:noAutofit/>
          </a:bodyPr>
          <a:lstStyle/>
          <a:p>
            <a:r>
              <a:rPr lang="en-US" sz="1200" b="1" dirty="0"/>
              <a:t>Dataset</a:t>
            </a:r>
          </a:p>
          <a:p>
            <a:pPr marL="0" indent="0">
              <a:buNone/>
            </a:pPr>
            <a:r>
              <a:rPr lang="en-US" sz="1200" dirty="0"/>
              <a:t>       ↓</a:t>
            </a:r>
          </a:p>
          <a:p>
            <a:r>
              <a:rPr lang="en-US" sz="1200" b="1" dirty="0"/>
              <a:t>Preprocessing</a:t>
            </a:r>
          </a:p>
          <a:p>
            <a:pPr marL="0" indent="0">
              <a:buNone/>
            </a:pPr>
            <a:r>
              <a:rPr lang="en-US" sz="1200" dirty="0"/>
              <a:t>       ↓</a:t>
            </a:r>
          </a:p>
          <a:p>
            <a:r>
              <a:rPr lang="en-US" sz="1200" b="1" dirty="0"/>
              <a:t>CNN</a:t>
            </a:r>
          </a:p>
          <a:p>
            <a:pPr marL="0" indent="0">
              <a:buNone/>
            </a:pPr>
            <a:r>
              <a:rPr lang="en-US" sz="1200" dirty="0"/>
              <a:t>       ↓</a:t>
            </a:r>
          </a:p>
          <a:p>
            <a:r>
              <a:rPr lang="en-US" sz="1200" b="1" dirty="0"/>
              <a:t>Training</a:t>
            </a:r>
          </a:p>
          <a:p>
            <a:pPr marL="0" indent="0">
              <a:buNone/>
            </a:pPr>
            <a:r>
              <a:rPr lang="en-US" sz="1200" dirty="0"/>
              <a:t>        ↓</a:t>
            </a:r>
          </a:p>
          <a:p>
            <a:r>
              <a:rPr lang="en-US" sz="1200" b="1" dirty="0"/>
              <a:t>Saved Model (.h5)</a:t>
            </a:r>
          </a:p>
          <a:p>
            <a:pPr marL="0" indent="0">
              <a:buNone/>
            </a:pPr>
            <a:r>
              <a:rPr lang="en-US" sz="1200" dirty="0"/>
              <a:t>          ↓</a:t>
            </a:r>
          </a:p>
          <a:p>
            <a:r>
              <a:rPr lang="en-US" sz="1200" b="1" dirty="0" err="1"/>
              <a:t>Streamlit</a:t>
            </a:r>
            <a:r>
              <a:rPr lang="en-US" sz="1200" b="1" dirty="0"/>
              <a:t> Dashboard</a:t>
            </a:r>
          </a:p>
        </p:txBody>
      </p:sp>
    </p:spTree>
    <p:extLst>
      <p:ext uri="{BB962C8B-B14F-4D97-AF65-F5344CB8AC3E}">
        <p14:creationId xmlns:p14="http://schemas.microsoft.com/office/powerpoint/2010/main" val="2491103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306AE-F499-5BFD-318F-12804421A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135" y="265471"/>
            <a:ext cx="10669377" cy="1661652"/>
          </a:xfrm>
        </p:spPr>
        <p:txBody>
          <a:bodyPr>
            <a:normAutofit fontScale="90000"/>
          </a:bodyPr>
          <a:lstStyle/>
          <a:p>
            <a:r>
              <a:rPr lang="en-US" dirty="0"/>
              <a:t>🤖 </a:t>
            </a:r>
            <a:r>
              <a:rPr lang="en-US" sz="3600" dirty="0"/>
              <a:t>AI IMAGE CLASSIFIER DASHBOARD PREVIEW:</a:t>
            </a:r>
            <a:br>
              <a:rPr lang="en-US" dirty="0"/>
            </a:br>
            <a:r>
              <a:rPr lang="en-US" sz="2700" dirty="0"/>
              <a:t>BEFORE THEY CANNOT SUBMIT IMAGE FOR PERDICTION</a:t>
            </a:r>
            <a:br>
              <a:rPr lang="en-US" sz="2700" dirty="0"/>
            </a:br>
            <a:endParaRPr lang="en-US" sz="27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736D295-4D72-4849-27D2-51E9C3D12B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284" y="1641987"/>
            <a:ext cx="10048568" cy="4950542"/>
          </a:xfrm>
        </p:spPr>
      </p:pic>
    </p:spTree>
    <p:extLst>
      <p:ext uri="{BB962C8B-B14F-4D97-AF65-F5344CB8AC3E}">
        <p14:creationId xmlns:p14="http://schemas.microsoft.com/office/powerpoint/2010/main" val="1919962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75980-D359-6865-DC66-1177778D5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256563"/>
          </a:xfrm>
        </p:spPr>
        <p:txBody>
          <a:bodyPr>
            <a:normAutofit/>
          </a:bodyPr>
          <a:lstStyle/>
          <a:p>
            <a:r>
              <a:rPr lang="en-US" sz="2800" dirty="0"/>
              <a:t>🤖 AI IMAGE CLASSIFIER DASHBOARD PREVIEW:</a:t>
            </a:r>
            <a:br>
              <a:rPr lang="en-US" sz="2000" dirty="0"/>
            </a:br>
            <a:r>
              <a:rPr lang="en-US" sz="2000" dirty="0"/>
              <a:t>AFTER THEY CAN SUBMIT IMAGE FOR PERDICTION</a:t>
            </a:r>
            <a:br>
              <a:rPr lang="en-US" sz="2000" dirty="0"/>
            </a:br>
            <a:endParaRPr lang="en-US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78B43B-FDC8-F371-4A27-32297EC14E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86" y="1474839"/>
            <a:ext cx="10127227" cy="5017401"/>
          </a:xfrm>
        </p:spPr>
      </p:pic>
    </p:spTree>
    <p:extLst>
      <p:ext uri="{BB962C8B-B14F-4D97-AF65-F5344CB8AC3E}">
        <p14:creationId xmlns:p14="http://schemas.microsoft.com/office/powerpoint/2010/main" val="3038779863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120</Words>
  <Application>Microsoft Office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Unicode MS</vt:lpstr>
      <vt:lpstr>Century Schoolbook</vt:lpstr>
      <vt:lpstr>Trebuchet MS</vt:lpstr>
      <vt:lpstr>Wingdings 2</vt:lpstr>
      <vt:lpstr>View</vt:lpstr>
      <vt:lpstr>Project Name:  IMAGE CLASSIFICATION &amp; ANALYSIS DASHBOARD  </vt:lpstr>
      <vt:lpstr>Dataset: </vt:lpstr>
      <vt:lpstr>Problem Statement:</vt:lpstr>
      <vt:lpstr>Architecture:</vt:lpstr>
      <vt:lpstr>🤖 AI IMAGE CLASSIFIER DASHBOARD PREVIEW: BEFORE THEY CANNOT SUBMIT IMAGE FOR PERDICTION </vt:lpstr>
      <vt:lpstr>🤖 AI IMAGE CLASSIFIER DASHBOARD PREVIEW: AFTER THEY CAN SUBMIT IMAGE FOR PERDICTION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Name:  IMAGE CLASSIFICATION &amp; ANALYSIS DASHBOARD  </dc:title>
  <dc:creator>SURFACE</dc:creator>
  <cp:lastModifiedBy>HARSH CHOUDHARY</cp:lastModifiedBy>
  <cp:revision>1</cp:revision>
  <dcterms:created xsi:type="dcterms:W3CDTF">2026-07-03T06:56:49Z</dcterms:created>
  <dcterms:modified xsi:type="dcterms:W3CDTF">2026-07-03T07:19:20Z</dcterms:modified>
</cp:coreProperties>
</file>